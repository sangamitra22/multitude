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18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9F7AEA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8534095" y="2286000"/>
            <a:ext cx="7315200" cy="7315200"/>
          </a:xfrm>
          <a:prstGeom prst="ellipse">
            <a:avLst/>
          </a:prstGeom>
          <a:solidFill>
            <a:srgbClr val="4FD1C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320040" cy="3200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508760" y="1143000"/>
            <a:ext cx="201168" cy="201168"/>
          </a:xfrm>
          <a:prstGeom prst="ellipse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234440" y="1508760"/>
            <a:ext cx="201168" cy="201168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645920" y="1554480"/>
            <a:ext cx="164592" cy="16459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46304" cy="146304"/>
          </a:xfrm>
          <a:prstGeom prst="ellipse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92024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friendly crew of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Casper economy.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coordinated swarm of agents that query, pay, sign, and settle on Casper — natively.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3749040" cy="502920"/>
          </a:xfrm>
          <a:prstGeom prst="roundRect">
            <a:avLst>
              <a:gd name="adj" fmla="val 1818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Agentic Buildathon ·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5897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Multitude · https://github.com/sangamitra22/multitude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no trust layer in Web3.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as anonymous bots — no provenance, no reputation.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84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pay-per-call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48716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and agent-to-agent commerce settle off-chain, off-record.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021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data feeds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390448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inputs reach contracts without attestations.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6537960" y="361188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5021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overload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0448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drown in proposals; humans can’t review them all.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9194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leaks PII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463040" y="53218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pipelines expose personal data to every counterparty.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VISION &amp;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accountable economy of agents — anchored to Casper.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10972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agent on the internet earns the right to act on capital — by carrying an on-chain identity, an auditable trail, and a budget.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86400" cy="109728"/>
          </a:xfrm>
          <a:prstGeom prst="rect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friendliest agent platform on Casper: persona-aware, multi-agent, MCP-native, x402-billed, CSPR.click-signed, Odra-settled.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Multitude: one platform, a crew of specialized agents.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carries a Casper-rooted identity, an x402 budget, MCP tools, a CSPR.click signer, and Odra contracts to settle 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" cy="105156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5740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3429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yield router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617720" y="2926080"/>
            <a:ext cx="1051560" cy="105156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85216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3429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oracle + attestations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8412480" y="2926080"/>
            <a:ext cx="1051560" cy="1051560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64692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46920" y="3429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coordinator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822960" y="4800600"/>
            <a:ext cx="1051560" cy="1051560"/>
          </a:xfrm>
          <a:prstGeom prst="ellipse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5740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5303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compliance &amp; KYC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43400" y="448056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4617720" y="4800600"/>
            <a:ext cx="1051560" cy="1051560"/>
          </a:xfrm>
          <a:prstGeom prst="ellipse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617720" y="4800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85216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5303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guardian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448056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8412480" y="4800600"/>
            <a:ext cx="1051560" cy="1051560"/>
          </a:xfrm>
          <a:prstGeom prst="ellipse">
            <a:avLst/>
          </a:prstGeom>
          <a:solidFill>
            <a:srgbClr val="FBD3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8412480" y="4800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64692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46920" y="5303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Odra contract builder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prototype, not a landing page.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Persona-aware onboarding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personas, 18+ &amp; jurisdiction gating, terms + compliance 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agent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x402 spend, MCP calls, on-chain actions, alerts, system health.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45820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workflows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834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routing, RWA oracle, DAO governance, ZK compliance.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6868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operations console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Connect/disconnect, mock signing, filterable transaction history.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343400" y="411480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66344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gating + redirect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only see relevant agents; auto-redirect to nearest crew.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91440" cy="201168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458200" y="4389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session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refresh; persona drives KPIs and next-action CTAs.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WHO IT'S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personas. One tailored crew each.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73152" cy="6858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Investor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yield routing + risk-aware rebalancing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23317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11935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73152" cy="685800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Operator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10896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off-chain data anchored on-chain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3108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73152" cy="685800"/>
          </a:xfrm>
          <a:prstGeom prst="rect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Manager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8862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governance review &amp; execution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3886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Quorra + Sentinel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11935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73152" cy="6858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46634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KYC/AML with ZK attestations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0" y="4663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73152" cy="685800"/>
          </a:xfrm>
          <a:prstGeom prst="rect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77240" y="5440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Builder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83280" y="54406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SDK, MCP, x402, CSPR.cloud, Odra examples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8320" y="5440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8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USER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Persona → Sign-up → Dashboard → Crew.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problem, crew, Why Casper.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6344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persona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paths, instant tailoring.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45820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7260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58200" y="3200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18+, jurisdiction, terms, compliance.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868680" y="457200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83080" y="4617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5532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KPIs + next-action CTAs.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2519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663440" y="457200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77840" y="4617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63440" y="5532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sign, filter history.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2519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458200" y="4572000"/>
            <a:ext cx="777240" cy="77724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45820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372600" y="4617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crew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58200" y="5532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agent for your role.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PERSONA WALKTHROUGHS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persona actually does in the app.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91440" cy="82296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Investor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→ set risk tolerance → Yieldra ranks pools → preview CSPR.click signing payload → approve → on-chain route.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91440" cy="822960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Operator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→ Verus ingests 5 sources → AI risk score → attestation JSON → post verified feed on-chain.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91440" cy="822960"/>
          </a:xfrm>
          <a:prstGeom prst="rect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36576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proposal → Quorra orchestrates Risk + Treasury + Legal agents → debate → recommendation → cast vote.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91440" cy="82296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45720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Sentinel → run KYC flow → ZK attestation issued → token status visible → revoke/refresh lifecycle.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16204A"/>
          </a:solidFill>
          <a:ln w="635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91440" cy="822960"/>
          </a:xfrm>
          <a:prstGeom prst="rect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8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54864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/docs → copy SDK snippets for MCP, x402, CSPR.click, Odra → wire a new agent in minutes.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in numbers and in trust.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portfolio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56616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leaked via ZK KYC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governance 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052560" y="2103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click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9235440" y="34290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intent to on-chain action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935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without operational toil — agents handle research, signing, monitoring.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5720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935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57200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51206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pre-digested by specialized agents and surfaced with rationale.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45720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935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836676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Casper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51206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demand for x402, MCP, CSPR.click/cloud, and Odra in one product.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architecture, end-to-end.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F687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965960" y="1920240"/>
            <a:ext cx="365760" cy="365760"/>
          </a:xfrm>
          <a:prstGeom prst="ellipse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9659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Persona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2377440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828800" y="248716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965960" y="2578608"/>
            <a:ext cx="365760" cy="365760"/>
          </a:xfrm>
          <a:prstGeom prst="ellipse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96596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48716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UI (TanStack Start)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3035808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828800" y="3145536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9F7A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1965960" y="3236976"/>
            <a:ext cx="365760" cy="365760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965960" y="3236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14553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3694176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1828800" y="3803904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1965960" y="3895344"/>
            <a:ext cx="365760" cy="36576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96596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80390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⇄  x402 Micropayments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4352544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1828800" y="4462272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1965960" y="4553712"/>
            <a:ext cx="365760" cy="365760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1965960" y="4553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4622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CSPR.click Signer  ·  CSPR.cloud APIs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5040" y="5010912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1828800" y="5120640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1965960" y="5212080"/>
            <a:ext cx="365760" cy="365760"/>
          </a:xfrm>
          <a:prstGeom prst="ellipse">
            <a:avLst/>
          </a:prstGeom>
          <a:solidFill>
            <a:srgbClr val="FBD3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96596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5120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Odra Smart Contracts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35040" y="5669280"/>
            <a:ext cx="54864" cy="109728"/>
          </a:xfrm>
          <a:prstGeom prst="rect">
            <a:avLst/>
          </a:prstGeom>
          <a:solidFill>
            <a:srgbClr val="2732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1828800" y="577900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16204A"/>
          </a:solidFill>
          <a:ln w="1524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1965960" y="5870448"/>
            <a:ext cx="365760" cy="365760"/>
          </a:xfrm>
          <a:prstGeom prst="ellipse">
            <a:avLst/>
          </a:prstGeom>
          <a:solidFill>
            <a:srgbClr val="F4F7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1965960" y="5870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68880" y="57790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Blockchain + Audit Trail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CASPER AI TOOLKIT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Casper primitive has a home in Multitude.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Casper data domain exposed as MCP tools — balance, defi, governance, contract intros.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settlement is the default billing primitive between agents and APIs.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41248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CSPR.click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27889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creation, transaction signing, and CSPR.cloud access — used by every agent.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CSPR.cloud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indexed reads + bulk submits behind a managed API.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4023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617720" y="4251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8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892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agent generates upgradable Rust-based contracts from intents.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4023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D3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L1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4892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fees, identity, tamper-proof audit log for every agent action.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edge-ready, hackathon-fast.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64592" cy="164592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v1 (React 19)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64592" cy="164592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file-based routing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07992"/>
            <a:ext cx="164592" cy="164592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1097280" y="43434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+ custom design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285232"/>
            <a:ext cx="164592" cy="164592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validation, shadcn primitives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192024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343400" y="1920240"/>
            <a:ext cx="3611880" cy="109728"/>
          </a:xfrm>
          <a:prstGeom prst="rect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61772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17720" y="2953512"/>
            <a:ext cx="164592" cy="164592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AI Toolkit SDK (concept)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3730752"/>
            <a:ext cx="164592" cy="164592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per agent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4507992"/>
            <a:ext cx="164592" cy="164592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92040" y="43434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budget + receipts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5285232"/>
            <a:ext cx="164592" cy="164592"/>
          </a:xfrm>
          <a:prstGeom prst="ellipse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92040" y="5120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CSPR.click signing skill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192024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8138160" y="1920240"/>
            <a:ext cx="3611880" cy="109728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841248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Layer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412480" y="2953512"/>
            <a:ext cx="164592" cy="16459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8686800" y="2788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CSPR.cloud indexed reads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12480" y="3730752"/>
            <a:ext cx="164592" cy="16459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8686800" y="35661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Odra smart contract templates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4507992"/>
            <a:ext cx="164592" cy="16459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8686800" y="43434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attestations &amp; audit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12480" y="5285232"/>
            <a:ext cx="164592" cy="164592"/>
          </a:xfrm>
          <a:prstGeom prst="ellipse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686800" y="5120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Mainnet-ready deployment path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WHAT'S NEW +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next — closing the loop on real agents.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73152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install, and rate third-party crews like apps.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611880" cy="73152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x402 Metering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spend dashboards + per-agent budget caps.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11880" cy="73152"/>
          </a:xfrm>
          <a:prstGeom prst="rect">
            <a:avLst/>
          </a:prstGeom>
          <a:solidFill>
            <a:srgbClr val="9F7A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41248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Chat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inter-agent transcripts pinned to Casper.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611880" cy="73152"/>
          </a:xfrm>
          <a:prstGeom prst="rect">
            <a:avLst/>
          </a:prstGeom>
          <a:solidFill>
            <a:srgbClr val="F6AD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Mobile Co-pilot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agent actions from your phone with biometrics.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343400" y="4114800"/>
            <a:ext cx="3611880" cy="73152"/>
          </a:xfrm>
          <a:prstGeom prst="rect">
            <a:avLst/>
          </a:prstGeom>
          <a:solidFill>
            <a:srgbClr val="F687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61772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Backtesting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Yieldra &amp; Vaulta against historical CSPR.cloud data.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16204A"/>
          </a:solidFill>
          <a:ln w="12700">
            <a:solidFill>
              <a:srgbClr val="2732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3611880" cy="73152"/>
          </a:xfrm>
          <a:prstGeom prst="rect">
            <a:avLst/>
          </a:prstGeom>
          <a:solidFill>
            <a:srgbClr val="FBD3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41248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Vault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coverage for agent mis-actions, settled via Odra.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WHY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× Feasibility × Depth × Trust.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persona-aware, multi-agent crew on Casper.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working prototype — all flows clickable.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9F7A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every Casper AI Toolkit primitive.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DeFi, RWA, DAO, compliance — one platform.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F687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61772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68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agent registry + persona model.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16204A"/>
          </a:solidFill>
          <a:ln w="19050">
            <a:solidFill>
              <a:srgbClr val="FBD38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41248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BD3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Casper as the audit &amp; execution layer.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· Casper Agentic Buildathon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7619695" y="-1828800"/>
            <a:ext cx="7315200" cy="7315200"/>
          </a:xfrm>
          <a:prstGeom prst="ellipse">
            <a:avLst/>
          </a:prstGeom>
          <a:solidFill>
            <a:srgbClr val="4FD1C5">
              <a:alpha val="18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9F7AEA">
              <a:alpha val="18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22960" y="731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 is coming.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Multitude makes it accountable.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crew of autonomous AI agents — with identity, budget, signature, and settlement, all on Casper.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prototype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512064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0B1020"/>
          </a:solidFill>
          <a:ln w="1905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3440" y="5120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https://github.com/sangamitra22/multitude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2895448" y="228600"/>
            <a:ext cx="6400800" cy="6400800"/>
          </a:xfrm>
          <a:prstGeom prst="ellipse">
            <a:avLst/>
          </a:prstGeom>
          <a:solidFill>
            <a:srgbClr val="4FD1C5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the agent economy on Casper.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Multitude  ·  Casper Agentic Buildathon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1316</Words>
  <Application>Microsoft Office PowerPoint</Application>
  <PresentationFormat>Widescreen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prabhat ranjan</cp:lastModifiedBy>
  <cp:revision>3</cp:revision>
  <dcterms:created xsi:type="dcterms:W3CDTF">2026-06-27T14:35:29Z</dcterms:created>
  <dcterms:modified xsi:type="dcterms:W3CDTF">2026-06-27T15:20:59Z</dcterms:modified>
</cp:coreProperties>
</file>